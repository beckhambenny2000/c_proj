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f0adcb9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f0adcb9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f0adcb92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f0adcb92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f0adcb92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f0adcb92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9c8b5f1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9c8b5f1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Group Project - Milestone 1</a:t>
            </a:r>
            <a:endParaRPr sz="5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97175"/>
            <a:ext cx="8520600" cy="234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Members: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Tan Yong Jie (2400994)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Amos Teo (2400571)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Lwin Moe Aung (2400594)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Leon Chia (2401047)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Beckham (2400867)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James (2403139)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Aloysius (2401686)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Kim (2403290)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Start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Pre-Game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Game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Post-game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End</a:t>
            </a:r>
            <a:endParaRPr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flow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Pre-Game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“#include” section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#include &lt;stdio.h&gt;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#include &lt;unistd.h&gt;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#include &lt;string.h&gt;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#include &lt;ctype.h&gt;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#include "SatComRelay.h"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Declaring of variables section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char filename[15],file_directory[20];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bool scr_name_bl, random_start_pos_bl;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 mission;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Pre-Game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75"/>
            <a:ext cx="7991475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- Summarize key points from each section of your report into *.ppt powerpoint slides, and ... present!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- Be prepared to answer any impromptu question(s) from tutor, which may be directed at specific individuals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